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Kubelka-Munk theory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Kubelka-Munk theory predicts the colour of mixed paints from how each pigment absorbs and scatters light.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About this sample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sample is the PPTX file.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Pigment mixing</dc:title>
  <dc:subject/>
  <dc:creator>Ada Example</dc:creator>
  <cp:keywords>paint, colour</cp:keywords>
  <dc:description>generated using python-pptx</dc:description>
  <cp:lastModifiedBy>Steve Canny</cp:lastModifiedBy>
  <cp:revision>1</cp:revision>
  <dcterms:created xsi:type="dcterms:W3CDTF">2024-05-01T12:00:00Z</dcterms:created>
  <dcterms:modified xsi:type="dcterms:W3CDTF">2013-01-27T09:15:58Z</dcterms:modified>
  <cp:category/>
</cp:coreProperties>
</file>